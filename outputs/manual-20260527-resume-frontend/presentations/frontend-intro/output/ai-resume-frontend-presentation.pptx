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d468de1a924936" /><Relationship Type="http://schemas.openxmlformats.org/officeDocument/2006/relationships/extended-properties" Target="/docProps/app.xml" Id="Rad8206f183474543" /><Relationship Type="http://schemas.openxmlformats.org/officeDocument/2006/relationships/officeDocument" Target="/ppt/presentation.xml" Id="R48008d8fb537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c6926c53594157"/>
  </p:sldMasterIdLst>
  <p:notesMasterIdLst>
    <p:notesMasterId xmlns:r="http://schemas.openxmlformats.org/officeDocument/2006/relationships" r:id="Rb7b8d581d303438e"/>
  </p:notesMasterIdLst>
  <p:sldIdLst>
    <p:sldId xmlns:r="http://schemas.openxmlformats.org/officeDocument/2006/relationships" id="256" r:id="R225f987882af4700"/>
    <p:sldId xmlns:r="http://schemas.openxmlformats.org/officeDocument/2006/relationships" id="257" r:id="Rc682a5989ced4bb0"/>
    <p:sldId xmlns:r="http://schemas.openxmlformats.org/officeDocument/2006/relationships" id="258" r:id="R319502b8f66944d9"/>
    <p:sldId xmlns:r="http://schemas.openxmlformats.org/officeDocument/2006/relationships" id="259" r:id="Rbc4ebefeb4724d12"/>
    <p:sldId xmlns:r="http://schemas.openxmlformats.org/officeDocument/2006/relationships" id="260" r:id="R4d16373efad44a95"/>
    <p:sldId xmlns:r="http://schemas.openxmlformats.org/officeDocument/2006/relationships" id="261" r:id="R364a4534090245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6926c53594157" /><Relationship Type="http://schemas.openxmlformats.org/officeDocument/2006/relationships/theme" Target="/ppt/theme/theme1.xml" Id="R4e5677a5a59c4e57" /><Relationship Type="http://schemas.openxmlformats.org/officeDocument/2006/relationships/notesMaster" Target="/ppt/notesMasters/notesMaster1.xml" Id="Rb7b8d581d303438e" /><Relationship Type="http://schemas.openxmlformats.org/officeDocument/2006/relationships/presProps" Target="/ppt/presProps.xml" Id="R0701136277174d5f" /><Relationship Type="http://schemas.openxmlformats.org/officeDocument/2006/relationships/viewProps" Target="/ppt/viewProps.xml" Id="R894f86a1933d4872" /><Relationship Type="http://schemas.openxmlformats.org/officeDocument/2006/relationships/tableStyles" Target="/ppt/tableStyles.xml" Id="R834a2d6d4ec9489b" /><Relationship Type="http://schemas.openxmlformats.org/officeDocument/2006/relationships/slide" Target="/ppt/slides/slide1.xml" Id="R225f987882af4700" /><Relationship Type="http://schemas.openxmlformats.org/officeDocument/2006/relationships/slide" Target="/ppt/slides/slide2.xml" Id="Rc682a5989ced4bb0" /><Relationship Type="http://schemas.openxmlformats.org/officeDocument/2006/relationships/slide" Target="/ppt/slides/slide3.xml" Id="R319502b8f66944d9" /><Relationship Type="http://schemas.openxmlformats.org/officeDocument/2006/relationships/slide" Target="/ppt/slides/slide4.xml" Id="Rbc4ebefeb4724d12" /><Relationship Type="http://schemas.openxmlformats.org/officeDocument/2006/relationships/slide" Target="/ppt/slides/slide5.xml" Id="R4d16373efad44a95" /><Relationship Type="http://schemas.openxmlformats.org/officeDocument/2006/relationships/slide" Target="/ppt/slides/slide6.xml" Id="R364a45340902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acf8c12ae78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921bfc63c4b87" /><Relationship Type="http://schemas.openxmlformats.org/officeDocument/2006/relationships/notesMaster" Target="/ppt/notesMasters/notesMaster1.xml" Id="R105819881c9b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68deae86e43a4" /><Relationship Type="http://schemas.openxmlformats.org/officeDocument/2006/relationships/notesMaster" Target="/ppt/notesMasters/notesMaster1.xml" Id="Red2ea432e5b248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1acd0851d44d3" /><Relationship Type="http://schemas.openxmlformats.org/officeDocument/2006/relationships/notesMaster" Target="/ppt/notesMasters/notesMaster1.xml" Id="R67188c43237e45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fbb05b79744f32" /><Relationship Type="http://schemas.openxmlformats.org/officeDocument/2006/relationships/notesMaster" Target="/ppt/notesMasters/notesMaster1.xml" Id="R3af8a1bd1ae949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336c2362d042bd" /><Relationship Type="http://schemas.openxmlformats.org/officeDocument/2006/relationships/notesMaster" Target="/ppt/notesMasters/notesMaster1.xml" Id="Rb947fda7606f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0af26ae9914562" /><Relationship Type="http://schemas.openxmlformats.org/officeDocument/2006/relationships/notesMaster" Target="/ppt/notesMasters/notesMaster1.xml" Id="Rcc15cfd9f213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b38fae14846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99f549859a453d" /><Relationship Type="http://schemas.openxmlformats.org/officeDocument/2006/relationships/slideLayout" Target="/ppt/slideLayouts/slideLayout2.xml" Id="R46c827eb50764e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827eb50764e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0603eef53479c" /><Relationship Type="http://schemas.openxmlformats.org/officeDocument/2006/relationships/notesSlide" Target="/ppt/notesSlides/notesSlide1.xml" Id="R60567481d28e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03b99f4c5491b" /><Relationship Type="http://schemas.openxmlformats.org/officeDocument/2006/relationships/notesSlide" Target="/ppt/notesSlides/notesSlide2.xml" Id="R03fdf19c3ef0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92929730d43b3" /><Relationship Type="http://schemas.openxmlformats.org/officeDocument/2006/relationships/notesSlide" Target="/ppt/notesSlides/notesSlide3.xml" Id="R6ca24d51a0cd45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2dccfbdcc4aa7" /><Relationship Type="http://schemas.openxmlformats.org/officeDocument/2006/relationships/notesSlide" Target="/ppt/notesSlides/notesSlide4.xml" Id="Rd3f57c08b42645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40a2b9f134fa2" /><Relationship Type="http://schemas.openxmlformats.org/officeDocument/2006/relationships/notesSlide" Target="/ppt/notesSlides/notesSlide5.xml" Id="R95666cb077ca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52e63840d4ec5" /><Relationship Type="http://schemas.openxmlformats.org/officeDocument/2006/relationships/notesSlide" Target="/ppt/notesSlides/notesSlide6.xml" Id="Rb3d3e2ccce8240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5C915-5B20-487B-8B5A-B797421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D375C-D499-464C-A17A-A9149C5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6F0BD-2EC6-48CF-9308-6264E12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4EDD5-BDAD-492B-BB45-E6EFCE5C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99E47-E898-4917-A55A-6159F7B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6CE54-BD91-4892-9945-565EFD8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Resume Intelligence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FD547-339C-4775-AD2F-D283628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modern SaaS-style frontend for resume analysis, built with Next.js App Router, React, TypeScript, Tailwind CSS, reusable UI components, and dashboard analytics.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C7040-EC2D-4842-839E-77A37D6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9634-7FA8-41A5-AE9C-931D25E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App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0CB2B-1DFC-4438-8BA2-5069D6D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B2217-1400-469B-972D-ADD7743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672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D462E-B25F-4F95-89B7-9947EAE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DA006-7C6B-4D98-9335-E5C57E9F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672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E5A27-75C7-4408-BD83-821BC65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534AD-F231-4102-8275-CD282043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672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C66C5-CCAF-42E2-AEE0-6660525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04900"/>
            <a:ext cx="3028950" cy="36385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B1220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0A6B4-98D5-4E54-A745-45366B77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97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Preview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962C6-CA3D-4407-89F9-67C2CA8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956ED-8735-4900-A7D1-66726B61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2B417-97E8-4E0B-90EE-351B34A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3F785-401F-41BB-AC03-D658F031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1702689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1500A-B744-4041-AADA-9D72DEEC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38278-91DC-4E76-957A-9B61F5B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36E89-F22C-4FCF-A357-19F93D0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0B6DD-7782-4783-89D2-FFB89A0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1785747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88DD6-DC4D-4DEA-A9A5-0F101C5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CBAC2-17AD-47DD-9E71-B0E5A4A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623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A691C8-4EE8-466A-A116-62D0436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9D132-9E1A-4269-AAC3-BE14494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14742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E03B7-5DBD-4647-9D16-900C0BB1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71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0D379-3B61-4FEC-B399-2476C4E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05413-4872-4FBE-8390-987D80E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6F1D4-B95B-49EE-87A4-D8C0BA4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61963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4D804-BCF2-4527-975E-BF07892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6FEB93-4501-4C43-8815-51222E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0908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6D2A6-308F-4E82-B8B3-7BCC76B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BE17-52B1-4211-A44C-5B7E89F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E4BC-5A5B-45C0-AADC-FD6D498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46E2-E452-4BCF-8065-B457AED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D920-287A-4D93-BEA6-BB87E97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02B18-7396-4E03-B9A6-A43E8C82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685CB-411A-4BEA-B064-E735EA1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frontend turns resume analysis into a simple guided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7080-0D2E-4550-B4A2-1F1186D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9D67-88C6-49BE-98C4-4BF0081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246F6-A3E7-48AA-8325-F43948A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4CD18-C8A2-4FD7-949D-0E9BDD1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Enter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3FBE2-9AA4-4730-B91F-49CBFF3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26FB5-B6F5-4206-8E36-E397BD07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Paste resume text or upload a text-based PDF.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62943-2081-4198-B02A-B06CDDA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Generate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B3E9B-F5A0-40C8-BA06-425051B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89941-D105-40C4-9D35-5183581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loading state confirms the app is processing.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05F5D-FE1C-4DFF-90C8-21826BF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View insights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03905-F258-496F-AF7D-DB96C9B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C34DB-42F2-481F-9F8A-A59EEA6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Scores, charts, skills, gaps, and recommendations appear dynamically.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252C0-BBC4-42D4-893B-39DA877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C3846-CCD0-4D39-8D65-655D3C9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7098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73E59-9F24-44EF-9715-5AAD80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7572-9E80-4FB3-8E28-177C2397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8D022-2324-474C-9D48-DC77567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92DAA-7433-4856-8040-6B46B89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3ED4D-3EBF-461D-8683-41DA529B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4853-FF41-464B-8DEC-0282229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6C07C-24A7-4DA6-BC19-411433A7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dashboard interface that makes resume feedback visual, fast, and easy to explain.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BA82A-0A3D-480B-AA31-3F92186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frontend presents an intelligent resume analysis workflow through a polished SaaS-style dashboard. It organizes complex output into score cards, charts, recommendation panels, skill badges, and report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8FE8F-2B30-4808-B285-FC3E699A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383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82BA2-95FF-4E7C-8031-DA37A2A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3C4C-C83D-40C0-B2E1-5959ED0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5443E-C237-43B5-B3A9-D2884C1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Capture user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5412E-BB63-478F-8020-441DCE8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05BD8-4CFB-4188-A272-0F83D257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loading and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47DB5-A5F1-4C41-B5ED-E40394D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EF429-4C88-42B5-863F-1DDCA0A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Render API response visually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11874-5DD5-4C3A-A39E-783B7ED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64DA5-310D-436B-94A5-8DA18AB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27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822E4-CD0E-44B4-83B7-F119AB65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92EF9-EC55-402C-B055-4B75214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03CAA-1836-4E60-B0A9-240FC4C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C7E2-B348-4B39-B347-BB44819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9D859-4D9E-4B27-BCA6-BF773F0D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6DAA-647F-4F11-A5AC-AA4F42E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4668-4B01-44AD-B91D-EE8E9891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Students need resume feedback, but raw analysis is hard to understand without a clear interface.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531-464F-439F-873D-8DF52594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47774-D40E-49F3-AF19-75969E2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User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759CB-AB81-444C-811B-5DCE7C53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607DB-EE9D-4234-A526-28A769C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Candidates do not know which technical skills are visible in their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3E308-A008-4A60-BB6C-4AA6DC5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46F4C-94CB-42E1-A2EA-7A37F2A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Resume quality is difficult to judge from plain text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156AF-6522-4C9F-B85C-C44A7DF1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82D70-66EB-42A6-85AF-1D357FD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C255A-E91F-4A8D-8F39-1CD0C9B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A3C97-D6AA-4459-9CC8-D9EE0AE1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Convert analysis data into readable score cards, charts, and sections.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B7E88-09D3-4144-BAD1-280EBDE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CF99D-0C46-483D-BD59-19B88FD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Guide the user through upload, processing, result, and history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E6FF2-7A53-41E3-9EA4-90B68FF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B170F-4D0D-4374-B8AC-4CF4647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0745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8E395-A7D9-49F4-B336-F732D7C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D5BD7-A810-4A04-8A1F-8B23E68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BA011-B8AC-4E38-BA0C-50E3A38F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D52BA-85DF-4397-AE62-897131F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6C1E9-446C-4836-BA4D-AF4AFEBE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3701-778E-4504-955E-C4337B1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E1E92-9CF7-4374-BC46-5F4B131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UI is built as reusable React components connected by page-level routing.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8C114-2C50-40A5-88A7-9AC3CF8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CEDD7-FE3F-4DDC-80CE-56874F0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700A2-C384-40C1-A331-978886E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Router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84FA-D606-4C4F-82F8-3FB27CE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Landing, login, signup, dashboard,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78B3F-F4EE-4F6D-92DD-C41727E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6ED75-E0BD-43EF-9691-DF7ADE4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846F9-A0F5-418F-8D83-1E6F5B6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Reusable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64709-0B33-4F24-B6A9-B17D1019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Button, Card, Input, Textarea, Badge,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347B8-2FBE-4651-BE00-15D3050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E681B-F958-4521-98E5-E2212D1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CA26A-82FA-4191-8C97-A58F47A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BC414-BD83-4CA7-AF20-391D1FC3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form, reports state, conditional rendering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5A475-19D4-4A29-9937-14484C6C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E1CEB-18BF-466B-88BD-5CFFB098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25F2B-C208-411E-9CC8-D2FB62B4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ACF21-E78D-4B70-A33F-32B1EC0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Recharts bar chart and radar chart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E33A7-7584-42FB-B1E7-15D3AEA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E7589-5714-4D42-8177-236D789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7FA8A-AD45-4FF5-91B3-B795057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37AD6-6D0B-4654-8800-A75DC6C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Session-aware header with login, profile, logout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C2222-59D8-4B21-B304-75C47420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2434C-1E10-41F4-839E-08986B4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A0D89-8211-4040-B132-5BF33F33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7185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74DA2-7CB0-45BA-8542-197EE2F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BA5AC-6DA0-47D2-92D5-600EB25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BDD05-79E2-4E93-9044-17F7933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52706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E0142-1536-49EC-9BC8-27D82FC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3EE8F-04F3-4DEA-A19D-28EA576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02705-0BE8-43B6-9D69-661CCCB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75B11-B135-4982-93D1-0679323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954DA-7178-4983-BCFC-9CB70F9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698AA-D940-4A4E-BD14-9AB854F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HOW THE FRONTEND IS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61EC-B07B-4DDD-8EC3-7B2465C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React state drives the complete user interaction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FCA3-57A8-41FD-9136-E8DF311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C3573-388E-4A68-BDAB-CD32CFD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Forms and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2BDBF-A95B-4C97-87BB-A276376F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70F6D-E181-4C5A-A280-F7CC5D1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useState stores resume text, selected PDF, loading, errors, and reports.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8D7AA-4452-46A9-B25A-5F9ABDD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4EBBE-8B56-46C8-92C4-10BAB100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Submit handlers send user input with fetch.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163E6-4787-4FA4-B647-6702FAE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945A1-5983-4EF7-BDD3-03003A9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Dynamic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3D2FA-97D2-44E5-A409-1D45D859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5C775-CB11-4D17-96F8-1B94E81D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Conditional UI shows empty, loading, error, or result states.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1F4F5-770B-46AF-9C32-2CE2A34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4FB7B-C58B-4E2B-AB34-259C565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Reports, skills, and recommendations render using map().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97128-D80E-46C4-AB6A-C5FA34C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4A1D4-0042-4E6B-AB73-C1D1716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Presentation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C6CE8-A7DA-433F-8141-495F77C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290DB-CC4A-40E4-9329-81E55D3B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Tailwind creates responsive grid layouts and dark SaaS styling.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8183A-60A4-464F-9B23-3F45E9F1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24818-C67F-41A4-AF06-15E10E2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Recharts turns analysis numbers into visual dashboards.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E95E0-9775-4CCE-A666-2FC9150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190B9-1061-40FA-9529-E8073DF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2909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2026-05-27T08:20:04.0260000Z</dcterms:created>
  <dcterms:modified xsi:type="dcterms:W3CDTF">2026-05-27T08:20:04.0260000Z</dcterms:modified>
</coreProperties>
</file>