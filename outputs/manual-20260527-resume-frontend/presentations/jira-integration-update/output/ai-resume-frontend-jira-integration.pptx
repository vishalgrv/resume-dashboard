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391b4e4fb4e5c" /><Relationship Type="http://schemas.openxmlformats.org/officeDocument/2006/relationships/extended-properties" Target="/docProps/app.xml" Id="R9f9434a2e5f84128" /><Relationship Type="http://schemas.openxmlformats.org/officeDocument/2006/relationships/officeDocument" Target="/ppt/presentation.xml" Id="R0a9f5a8de8f345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9eb514a5894565"/>
  </p:sldMasterIdLst>
  <p:notesMasterIdLst>
    <p:notesMasterId xmlns:r="http://schemas.openxmlformats.org/officeDocument/2006/relationships" r:id="Rf81f8e5641f64702"/>
  </p:notesMasterIdLst>
  <p:sldIdLst>
    <p:sldId xmlns:r="http://schemas.openxmlformats.org/officeDocument/2006/relationships" id="256" r:id="R0181624c7a7b4ebe"/>
    <p:sldId xmlns:r="http://schemas.openxmlformats.org/officeDocument/2006/relationships" id="257" r:id="R6cad928798344ab5"/>
    <p:sldId xmlns:r="http://schemas.openxmlformats.org/officeDocument/2006/relationships" id="258" r:id="R7bc3839490294105"/>
    <p:sldId xmlns:r="http://schemas.openxmlformats.org/officeDocument/2006/relationships" id="259" r:id="R6adf7550158d4176"/>
    <p:sldId xmlns:r="http://schemas.openxmlformats.org/officeDocument/2006/relationships" id="260" r:id="R1a8d8fd270b047ee"/>
    <p:sldId xmlns:r="http://schemas.openxmlformats.org/officeDocument/2006/relationships" id="261" r:id="R8f3d59b47dff4c66"/>
    <p:sldId xmlns:r="http://schemas.openxmlformats.org/officeDocument/2006/relationships" id="262" r:id="Rd4afd86398d34bd5"/>
    <p:sldId xmlns:r="http://schemas.openxmlformats.org/officeDocument/2006/relationships" id="263" r:id="R03e0aa2b88e8442c"/>
    <p:sldId xmlns:r="http://schemas.openxmlformats.org/officeDocument/2006/relationships" id="264" r:id="Rb5ca94e250c24b26"/>
    <p:sldId xmlns:r="http://schemas.openxmlformats.org/officeDocument/2006/relationships" id="265" r:id="Rbe2ff9656e5b4a5d"/>
    <p:sldId xmlns:r="http://schemas.openxmlformats.org/officeDocument/2006/relationships" id="266" r:id="R8e56064f890640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eb514a5894565" /><Relationship Type="http://schemas.openxmlformats.org/officeDocument/2006/relationships/theme" Target="/ppt/theme/theme1.xml" Id="R1364d808dd4642a4" /><Relationship Type="http://schemas.openxmlformats.org/officeDocument/2006/relationships/notesMaster" Target="/ppt/notesMasters/notesMaster1.xml" Id="Rf81f8e5641f64702" /><Relationship Type="http://schemas.openxmlformats.org/officeDocument/2006/relationships/presProps" Target="/ppt/presProps.xml" Id="Re7132366335d4b14" /><Relationship Type="http://schemas.openxmlformats.org/officeDocument/2006/relationships/viewProps" Target="/ppt/viewProps.xml" Id="R162d52ef29b24b3b" /><Relationship Type="http://schemas.openxmlformats.org/officeDocument/2006/relationships/tableStyles" Target="/ppt/tableStyles.xml" Id="R0d6709b7324d4021" /><Relationship Type="http://schemas.openxmlformats.org/officeDocument/2006/relationships/slide" Target="/ppt/slides/slide1.xml" Id="R0181624c7a7b4ebe" /><Relationship Type="http://schemas.openxmlformats.org/officeDocument/2006/relationships/slide" Target="/ppt/slides/slide2.xml" Id="R6cad928798344ab5" /><Relationship Type="http://schemas.openxmlformats.org/officeDocument/2006/relationships/slide" Target="/ppt/slides/slide3.xml" Id="R7bc3839490294105" /><Relationship Type="http://schemas.openxmlformats.org/officeDocument/2006/relationships/slide" Target="/ppt/slides/slide4.xml" Id="R6adf7550158d4176" /><Relationship Type="http://schemas.openxmlformats.org/officeDocument/2006/relationships/slide" Target="/ppt/slides/slide5.xml" Id="R1a8d8fd270b047ee" /><Relationship Type="http://schemas.openxmlformats.org/officeDocument/2006/relationships/slide" Target="/ppt/slides/slide6.xml" Id="R8f3d59b47dff4c66" /><Relationship Type="http://schemas.openxmlformats.org/officeDocument/2006/relationships/slide" Target="/ppt/slides/slide7.xml" Id="Rd4afd86398d34bd5" /><Relationship Type="http://schemas.openxmlformats.org/officeDocument/2006/relationships/slide" Target="/ppt/slides/slide8.xml" Id="R03e0aa2b88e8442c" /><Relationship Type="http://schemas.openxmlformats.org/officeDocument/2006/relationships/slide" Target="/ppt/slides/slide9.xml" Id="Rb5ca94e250c24b26" /><Relationship Type="http://schemas.openxmlformats.org/officeDocument/2006/relationships/slide" Target="/ppt/slides/slide10.xml" Id="Rbe2ff9656e5b4a5d" /><Relationship Type="http://schemas.openxmlformats.org/officeDocument/2006/relationships/slide" Target="/ppt/slides/slide11.xml" Id="R8e56064f8906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04e719f1d5e45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ba37360fb0468e" /><Relationship Type="http://schemas.openxmlformats.org/officeDocument/2006/relationships/notesMaster" Target="/ppt/notesMasters/notesMaster1.xml" Id="R3e056b96b3ee47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9b275491fe444d" /><Relationship Type="http://schemas.openxmlformats.org/officeDocument/2006/relationships/notesMaster" Target="/ppt/notesMasters/notesMaster1.xml" Id="R46d2c6df839d48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527811ecd24e02" /><Relationship Type="http://schemas.openxmlformats.org/officeDocument/2006/relationships/notesMaster" Target="/ppt/notesMasters/notesMaster1.xml" Id="Re58637501d514d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e290bb3ff5481f" /><Relationship Type="http://schemas.openxmlformats.org/officeDocument/2006/relationships/notesMaster" Target="/ppt/notesMasters/notesMaster1.xml" Id="R28aff0bec6e4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04d665e2364dbc" /><Relationship Type="http://schemas.openxmlformats.org/officeDocument/2006/relationships/notesMaster" Target="/ppt/notesMasters/notesMaster1.xml" Id="R1eade45f790448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967a7a2d114ddb" /><Relationship Type="http://schemas.openxmlformats.org/officeDocument/2006/relationships/notesMaster" Target="/ppt/notesMasters/notesMaster1.xml" Id="R82e347a6585f41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4e7be740c843df" /><Relationship Type="http://schemas.openxmlformats.org/officeDocument/2006/relationships/notesMaster" Target="/ppt/notesMasters/notesMaster1.xml" Id="R496ed4a2d65d48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ff30fe00c740bd" /><Relationship Type="http://schemas.openxmlformats.org/officeDocument/2006/relationships/notesMaster" Target="/ppt/notesMasters/notesMaster1.xml" Id="Rb2edb94ca85b47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bf28aa47db4178" /><Relationship Type="http://schemas.openxmlformats.org/officeDocument/2006/relationships/notesMaster" Target="/ppt/notesMasters/notesMaster1.xml" Id="Re3da438b2ca54a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bd2156d9da4278" /><Relationship Type="http://schemas.openxmlformats.org/officeDocument/2006/relationships/notesMaster" Target="/ppt/notesMasters/notesMaster1.xml" Id="R669f23da9ae240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19383a814246bb" /><Relationship Type="http://schemas.openxmlformats.org/officeDocument/2006/relationships/notesMaster" Target="/ppt/notesMasters/notesMaster1.xml" Id="Ra33ce3283fd2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4d4e6e1b84eff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642decef540d5" /><Relationship Type="http://schemas.openxmlformats.org/officeDocument/2006/relationships/theme" Target="/ppt/theme/theme1.xml" Id="R7dd64dc71377400c" /><Relationship Type="http://schemas.openxmlformats.org/officeDocument/2006/relationships/slideLayout" Target="/ppt/slideLayouts/slideLayout2.xml" Id="R39b65fdbf3e94c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714642decef540d5"/>
    <p:sldLayoutId xmlns:r="http://schemas.openxmlformats.org/officeDocument/2006/relationships" id="2147483649" r:id="R39b65fdbf3e94c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1b8cd68f184d2e" /><Relationship Type="http://schemas.openxmlformats.org/officeDocument/2006/relationships/notesSlide" Target="/ppt/notesSlides/notesSlide1.xml" Id="R5a3b08e9c32744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cbe15cbf724191" /><Relationship Type="http://schemas.openxmlformats.org/officeDocument/2006/relationships/notesSlide" Target="/ppt/notesSlides/notesSlide2.xml" Id="R4e9843ecc26b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f82e5af140455a" /><Relationship Type="http://schemas.openxmlformats.org/officeDocument/2006/relationships/notesSlide" Target="/ppt/notesSlides/notesSlide3.xml" Id="R8630a051196040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e5683fd0344e7e" /><Relationship Type="http://schemas.openxmlformats.org/officeDocument/2006/relationships/notesSlide" Target="/ppt/notesSlides/notesSlide4.xml" Id="Rfe9e0a4561274b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ff9fc952294aca" /><Relationship Type="http://schemas.openxmlformats.org/officeDocument/2006/relationships/notesSlide" Target="/ppt/notesSlides/notesSlide5.xml" Id="Rd4b9c80061aa43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e35a7ff3542c6" /><Relationship Type="http://schemas.openxmlformats.org/officeDocument/2006/relationships/notesSlide" Target="/ppt/notesSlides/notesSlide6.xml" Id="Rf32560067a7844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5a365b38a4516" /><Relationship Type="http://schemas.openxmlformats.org/officeDocument/2006/relationships/notesSlide" Target="/ppt/notesSlides/notesSlide7.xml" Id="R07c380649ddf46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2a77e93fc4de1" /><Relationship Type="http://schemas.openxmlformats.org/officeDocument/2006/relationships/notesSlide" Target="/ppt/notesSlides/notesSlide8.xml" Id="R34d97538ace544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b2c91d8e448ed" /><Relationship Type="http://schemas.openxmlformats.org/officeDocument/2006/relationships/notesSlide" Target="/ppt/notesSlides/notesSlide9.xml" Id="R2fd3c7d5e12441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77ba8cf084f39" /><Relationship Type="http://schemas.openxmlformats.org/officeDocument/2006/relationships/notesSlide" Target="/ppt/notesSlides/notesSlide10.xml" Id="Rc765d371811b48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853a3734548b5" /><Relationship Type="http://schemas.openxmlformats.org/officeDocument/2006/relationships/notesSlide" Target="/ppt/notesSlides/notesSlide11.xml" Id="R703dd4e8fd7d46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25C915-5B20-487B-8B5A-B7974218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D375C-D499-464C-A17A-A9149C57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6F0BD-2EC6-48CF-9308-6264E12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4EDD5-BDAD-492B-BB45-E6EFCE5C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99E47-E898-4917-A55A-6159F7BD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6CE54-BD91-4892-9945-565EFD86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AI Resume Intelligence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FD547-339C-4775-AD2F-D283628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modern SaaS-style frontend for resume analysis, built with Next.js App Router, React, TypeScript, Tailwind CSS, reusable UI components, and dashboard analytics.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C7040-EC2D-4842-839E-77A37D6E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79634-7FA8-41A5-AE9C-931D25EA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Next.js App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0CB2B-1DFC-4438-8BA2-5069D6D8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B2217-1400-469B-972D-ADD77432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672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D462E-B25F-4F95-89B7-9947EAE8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005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DA006-7C6B-4D98-9335-E5C57E9F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6722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E5A27-75C7-4408-BD83-821BC655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0055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534AD-F231-4102-8275-CD282043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6722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Recharts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C66C5-CCAF-42E2-AEE0-6660525B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04900"/>
            <a:ext cx="3028950" cy="36385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0B1220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0A6B4-98D5-4E54-A745-45366B77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097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Preview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962C6-CA3D-4407-89F9-67C2CA8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956ED-8735-4900-A7D1-66726B61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2B417-97E8-4E0B-90EE-351B34A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3F785-401F-41BB-AC03-D658F031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1702689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1500A-B744-4041-AADA-9D72DEEC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38278-91DC-4E76-957A-9B61F5BD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52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36E89-F22C-4FCF-A357-19F93D05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0B6DD-7782-4783-89D2-FFB89A0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1785747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88DD6-DC4D-4DEA-A9A5-0F101C53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CBAC2-17AD-47DD-9E71-B0E5A4A9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623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A691C8-4EE8-466A-A116-62D0436A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9D132-9E1A-4269-AAC3-BE144941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147428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7E03B7-5DBD-4647-9D16-900C0BB1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71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40D379-3B61-4FEC-B399-2476C4E4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719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05413-4872-4FBE-8390-987D80ED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C6F1D4-B95B-49EE-87A4-D8C0BA49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619631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94D804-BCF2-4527-975E-BF07892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6FEB93-4501-4C43-8815-51222ED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09087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6D2A6-308F-4E82-B8B3-7BCC76B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4BE17-52B1-4211-A44C-5B7E89F8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1E4BC-5A5B-45C0-AADC-FD6D498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346E2-E452-4BCF-8065-B457AED8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7D920-287A-4D93-BEA6-BB87E97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02B18-7396-4E03-B9A6-A43E8C82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INTRO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685CB-411A-4BEA-B064-E735EA1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frontend turns resume analysis into a simple guided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27080-0D2E-4550-B4A2-1F1186DF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09D67-88C6-49BE-98C4-4BF0081F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246F6-A3E7-48AA-8325-F43948A7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4CD18-C8A2-4FD7-949D-0E9BDD1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Enter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3FBE2-9AA4-4730-B91F-49CBFF3A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26FB5-B6F5-4206-8E36-E397BD07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Paste resume text or upload a text-based PDF.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62943-2081-4198-B02A-B06CDDA4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05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Generate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B3E9B-F5A0-40C8-BA06-425051B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89941-D105-40C4-9D35-5183581B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314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loading state confirms the app is processing.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05F5D-FE1C-4DFF-90C8-21826BFF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3. View insights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03905-F258-496F-AF7D-DB96C9B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C34DB-42F2-481F-9F8A-A59EEA6D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Scores, charts, skills, gaps, and recommendations appear dynamically.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252C0-BBC4-42D4-893B-39DA877F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C3846-CCD0-4D39-8D65-655D3C9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7098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73E59-9F24-44EF-9715-5AAD807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67572-9E80-4FB3-8E28-177C2397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8D022-2324-474C-9D48-DC775678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92DAA-7433-4856-8040-6B46B896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3ED4D-3EBF-461D-8683-41DA529B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04853-FF41-464B-8DEC-02822298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6C07C-24A7-4DA6-BC19-411433A7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14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dashboard interface that makes resume feedback visual, fast, and easy to explain.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BA82A-0A3D-480B-AA31-3F92186B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57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frontend presents an intelligent resume analysis workflow through a polished SaaS-style dashboard. It organizes complex output into score cards, charts, recommendation panels, skill badges, and report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8FE8F-2B30-4808-B285-FC3E699A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383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82BA2-95FF-4E7C-8031-DA37A2AD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Frontend responsibilities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13C4C-C83D-40C0-B2E1-5959ED03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5443E-C237-43B5-B3A9-D2884C1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Capture user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5412E-BB63-478F-8020-441DCE8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05BD8-4CFB-4188-A272-0F83D257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Show loading and 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47DB5-A5F1-4C41-B5ED-E40394D3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EF429-4C88-42B5-863F-1DDCA0A3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Render API response visually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11874-5DD5-4C3A-A39E-783B7ED1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64DA5-310D-436B-94A5-8DA18ABB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278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F822E4-CD0E-44B4-83B7-F119AB65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92EF9-EC55-402C-B055-4B752143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03CAA-1836-4E60-B0A9-240FC4CF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C7E2-B348-4B39-B347-BB44819A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9D859-4D9E-4B27-BCA6-BF773F0D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D6DAA-647F-4F11-A5AC-AA4F42E1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74668-4B01-44AD-B91D-EE8E9891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Students need resume feedback, but raw analysis is hard to understand without a clear interface.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25531-464F-439F-873D-8DF52594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857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47774-D40E-49F3-AF19-75969E25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User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759CB-AB81-444C-811B-5DCE7C53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607DB-EE9D-4234-A526-28A769C8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718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Candidates do not know which technical skills are visible in their resume.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3E308-A008-4A60-BB6C-4AA6DC51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46F4C-94CB-42E1-A2EA-7A37F2A5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Resume quality is difficult to judge from plain text alone.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156AF-6522-4C9F-B85C-C44A7DF1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857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82D70-66EB-42A6-85AF-1D357FDF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C255A-E91F-4A8D-8F39-1CD0C9B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A3C97-D6AA-4459-9CC8-D9EE0AE1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Convert analysis data into readable score cards, charts, and sections.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B7E88-09D3-4144-BAD1-280EBDE2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CF99D-0C46-483D-BD59-19B88FD0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Guide the user through upload, processing, result, and history states.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E6FF2-7A53-41E3-9EA4-90B68FF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B170F-4D0D-4374-B8AC-4CF4647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07452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8E395-A7D9-49F4-B336-F732D7C2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D5BD7-A810-4A04-8A1F-8B23E689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BA011-B8AC-4E38-BA0C-50E3A38F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D52BA-85DF-4397-AE62-897131F1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6C1E9-446C-4836-BA4D-AF4AFEBE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53701-778E-4504-955E-C4337B12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E1E92-9CF7-4374-BC46-5F4B131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UI is built as reusable React components connected by page-level routing.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8C114-2C50-40A5-88A7-9AC3CF8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CEDD7-FE3F-4DDC-80CE-56874F06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700A2-C384-40C1-A331-978886E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 Router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E84FA-D606-4C4F-82F8-3FB27CE7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Landing, login, signup, dashboard,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78B3F-F4EE-4F6D-92DD-C41727E4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6ED75-E0BD-43EF-9691-DF7ADE4A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846F9-A0F5-418F-8D83-1E6F5B65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Reusable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64709-0B33-4F24-B6A9-B17D1019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19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Button, Card, Input, Textarea, Badge,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347B8-2FBE-4651-BE00-15D30509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E681B-F958-4521-98E5-E2212D1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CA26A-82FA-4191-8C97-A58F47AC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BC414-BD83-4CA7-AF20-391D1FC3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form, reports state, conditional rendering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5A475-19D4-4A29-9937-14484C6C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719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E1CEB-18BF-466B-88BD-5CFFB098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25F2B-C208-411E-9CC8-D2FB62B4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43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Charts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ACF21-E78D-4B70-A33F-32B1EC0C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86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Recharts bar chart and radar chart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E33A7-7584-42FB-B1E7-15D3AEA3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E7589-5714-4D42-8177-236D789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7FA8A-AD45-4FF5-91B3-B795057D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43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Navigation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637AD6-6D0B-4654-8800-A75DC6C1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Session-aware header with login, profile, logout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0C2222-59D8-4B21-B304-75C47420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19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2434C-1E10-41F4-839E-08986B4D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6A0D89-8211-4040-B132-5BF33F33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7185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274DA2-7CB0-45BA-8542-197EE2FB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392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BA5AC-6DA0-47D2-92D5-600EB259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BDD05-79E2-4E93-9044-17F79336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52706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E0142-1536-49EC-9BC8-27D82FCA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3EE8F-04F3-4DEA-A19D-28EA576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02705-0BE8-43B6-9D69-661CCCBE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75B11-B135-4982-93D1-06793232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954DA-7178-4983-BCFC-9CB70F9A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698AA-D940-4A4E-BD14-9AB854F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HOW THE FRONTEND IS BUILT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261EC-B07B-4DDD-8EC3-7B2465C9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React state drives the complete user interaction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1FCA3-57A8-41FD-9136-E8DF311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C3573-388E-4A68-BDAB-CD32CFD7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Forms and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2BDBF-A95B-4C97-87BB-A276376F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70F6D-E181-4C5A-A280-F7CC5D18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useState stores resume text, selected PDF, loading, errors, and reports.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8D7AA-4452-46A9-B25A-5F9ABDD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4EBBE-8B56-46C8-92C4-10BAB100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Submit handlers send user input with fetch.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163E6-4787-4FA4-B647-6702FAEC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945A1-5983-4EF7-BDD3-03003A94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Dynamic rendering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3D2FA-97D2-44E5-A409-1D45D859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5C775-CB11-4D17-96F8-1B94E81D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Conditional UI shows empty, loading, error, or result states.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1F4F5-770B-46AF-9C32-2CE2A340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4FB7B-C58B-4E2B-AB34-259C5651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Reports, skills, and recommendations render using map().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97128-D80E-46C4-AB6A-C5FA34CB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4A1D4-0042-4E6B-AB73-C1D1716C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Presentation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C6CE8-A7DA-433F-8141-495F77C3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290DB-CC4A-40E4-9329-81E55D3B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Tailwind creates responsive grid layouts and dark SaaS styling.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F8183A-60A4-464F-9B23-3F45E9F1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24818-C67F-41A4-AF06-15E10E2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Recharts turns analysis numbers into visual dashboards.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6E95E0-9775-4CCE-A666-2FC9150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190B9-1061-40FA-9529-E8073DF3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29094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4E5402-A2DD-45BE-83A6-8E65729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8E725-0BD0-46FE-A6B8-2178F156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F075A-C5D2-41AD-8347-D59728CF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CF1D-403E-46BC-8E0D-C2579FAD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D3E75-F561-41FC-85E5-6B2B772C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A9B91-F92E-47D6-9E51-98C30365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JIRA TOOL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E1EB8-F708-4B5E-A7A2-A0260FC6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Sprint 3 active board shows sprint execution and live task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4D0B5-D2B6-41ED-A376-FBB3FC89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60A5FA">
              <a:alpha val="13333"/>
            </a:srgbClr>
          </a:solidFill>
          <a:ln xmlns:a="http://schemas.openxmlformats.org/drawingml/2006/main" w="9525">
            <a:solidFill>
              <a:srgbClr val="60A5FA">
                <a:alpha val="5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63E75-9DBC-4AF1-8E9E-FB2BDBDF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Active sprints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0AAF4-DF2D-49DA-BA26-BE340913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68360-452C-4460-93A2-579CDA69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Group: Stories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40042-6110-43D1-A7F8-E8B5453D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>
                <a:alpha val="5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0D53D-821C-4EE7-81E2-10DBC0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Sprint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0E2B0-9D84-45ED-9CB5-9275E93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51A21">
              <a:alpha val="80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7B0D9-6A63-4962-9D8E-B49A2021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TO DO 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EF641-3C5C-4EFE-AC50-CC562169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10462-AE69-4F57-BF9B-8625C0F6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ARP-53 Resume data saved securely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5C9E7-ED9A-4510-9180-23447351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ARP-53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AF7B6-C3DD-47D2-AF60-533D50FA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71ECAF-BE0C-45B2-B7B4-EA336BE6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D0E6C-0331-44DB-A73B-32571C6E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ARP-28 Show upload/input errors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298F0-24B1-48A9-951B-2B69D093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C7BE3-DA6D-4F3F-8B46-643A831A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FFA59-00FA-4B74-92D8-288F022A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283C13-6CD4-4905-BE55-1FEF1DB2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ARP-37 Create Prisma client utility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E4F76-D2ED-4848-86FD-0B1CED08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38A79-565B-4C79-8A11-5CAC4366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48D454-9F1F-44B3-8B81-8DDB540E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51A21">
              <a:alpha val="80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582DA0-BD69-4B8F-B633-C9EE4C9D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IN PROGRESS 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C53F09-94CF-41CF-AFF1-2FA8A832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0B1B7C-2A94-4AEA-B81E-1525174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ARP-38 Save resume text to database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0EB0E-04D9-4A04-8310-3961FA51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DD40B-AEA7-4DC8-842E-318E3A76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3C8C6A-BFB2-44F5-8332-7347B737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3F5035-2826-4C61-BE94-21C8C7F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ARP-27 Handle submit loading state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D36732-4325-4824-9DCE-CDBFF88F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F5C054-1642-4363-BBCB-F6D59BE3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8C09E5-520B-45F8-9EAD-0D584259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3ACF3A-156A-419C-BAC9-6D48FFF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ARP-35 Create Prisma schema models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F0A2CD-2B49-4E0E-A788-1FC87041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50A929-2274-4C7B-877F-6DB00C75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93A270-5CCE-4DE6-9711-2DE27D0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51A21">
              <a:alpha val="80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2DBF8B-BAC9-4D07-B3B9-A820D5ED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DONE  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2C985D-7B24-47BC-B9FD-C7C2EDCA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7FD065-ED5B-44B2-88E0-BB39499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Ready for completed sprint items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C42914-4B6E-4A8B-A6B6-DEA52EE9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DB0FF2-E4E2-40A1-B807-284F2FCE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3EB99F-0166-44CA-B3ED-127748B9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F03DE9-5FF9-4077-B95C-1A7E6A3E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Used to verify closure during demo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4C9956-CFBE-43AA-B5AA-C7753529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F91F0D-A7E9-4608-8F98-D0B6A990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24A96B-908A-44F6-A7BE-E60A7692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 | Jira Tool Integration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93FF45-4FB3-4C67-B755-7BD72D47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97233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2FAF50-CCD7-4DD4-86E1-154F42A3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A9C62-3BB6-4818-945A-E8565AF6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8A227-DC90-4156-B5E9-834A3B4C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B6304-4CCD-4484-8767-5CDA5D32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26F94-D5F2-4EF2-9564-1A6E05E8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D91B4-C951-45DC-A01B-D3A28190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JIRA BACKLOG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71D8-1CD4-4299-B9A0-33619F99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Backlog keeps remaining work visible before it enters a sprint.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B9DB9-CA47-455A-9A95-62128902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DE4F1-443A-43F0-A997-002CE7AD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Backlog  |  21 work items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12B01-CCEB-41FE-9855-ED41CC0F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3E852-906B-460A-88A7-B67A797B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Save analysis report to database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0A784-7C42-4D2B-B3AE-CD1167B5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79D24-44EA-44F7-955F-B35A7C07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761F1-85FD-42C6-9314-96059A9F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62AAC-36CC-4FD8-AC14-211595AC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Display analysis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9282E-6799-44E2-850A-9BB3367A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3F20E-3B28-415C-8D73-80503F5F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EEFD7-9E4E-4F89-9743-705535F0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F448F-04BF-40B2-9CCF-4799E086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Show authentication loading and error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A54EF-97BB-4404-AB33-F6BC5BA7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A963D-1523-4502-907F-B1351D0E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EC071-820F-422C-9676-959FD9F9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2F74A-8CDD-41CE-B0FB-49610F4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Redirect unauthenticated users from protected pages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D69C4-8018-491B-ABEE-4E72445A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91053-3993-47F0-BD42-E9D8AE9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F97B2-3E6C-48DA-920E-9D97DEB1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C4F80-7677-4A11-A24A-6585596D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Define skill categories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529596-624F-4392-B62B-C451BD95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DF63F2-34E0-4D40-A50F-3D52C15F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C915D0-9F7E-4BDA-BEDB-5B4E8D0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352BE8-3C43-4641-AD70-3C1C4B7E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Implement skill detection logic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947DA5-F3C0-4499-9901-1801DDDB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B4964D-4576-4BD6-8A8C-4F115344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E79A78-F583-4FEB-97AB-20FD03B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12C96C-976D-47A4-8EB2-70C082FC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Implement missing skills logic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CFAC6F-1EA9-4465-80F9-BA745470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C1084C-C7C1-456C-9B61-D863021C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0889DB-2E4D-49E0-B514-8E351F9F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ARP-32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DCD8E2-09B3-471C-8C14-E9CD6BC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Implement ATS score calculation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F8AF61-27F2-4B3C-9DDE-292B3AD3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CBD5E1">
              <a:alpha val="13333"/>
            </a:srgbClr>
          </a:solidFill>
          <a:ln xmlns:a="http://schemas.openxmlformats.org/drawingml/2006/main" w="9525">
            <a:solidFill>
              <a:srgbClr val="CBD5E1">
                <a:alpha val="53333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65BBDB-1B04-4319-839E-02DEB088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8984A3-9A34-4203-9AD9-7E5292C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 | Jira Tool Integration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22FBFB-E18C-46C5-82EC-FEECE7B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76063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6196CF-2313-46D1-94E1-F5EE0EFE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BE3FD-CADA-4ABB-AB95-D450E93D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56957-B550-49AB-B7AD-C1308C2D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2A59D-C291-40BA-8B82-6557D0A7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426EA-4CDF-49AE-A7B8-6AD85763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A9E57-07D8-454A-9F3E-CBB9139D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BACKLOG STORIES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7CC5B-73FF-4493-88F6-93CC25AB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Stories translate project features into user-focused work items.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8D67B-850F-4A04-9F6C-402D10A8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66A5C-3798-47E5-AD15-B77ED2C8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89E5D-2711-4046-A85E-6EF1A6AB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Display score cards on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4E0F0-15C6-4773-9EEC-48BD969C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quickly understand ATS, frontend, backend, and readiness scores.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FDC2C-CE66-4870-ABAC-5278F139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55744-4646-4EAA-9152-6C558E3F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4B4A0-0878-47F5-897B-A8B94D91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88CF8-9523-46B3-B4AD-42389152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77963-541E-4640-84A6-DDF26A8B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Render skill distribution chart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774AF-2502-4327-A7C0-CA957C85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see skill categories visually.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BA943-2FF0-4C01-9933-2CF94CC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094EE-11F1-4404-ACCF-639C441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D2BC7-3931-4E3C-B7E1-EEF9E01C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3B0D3-AD5D-4428-8AF9-8C8D3057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DB192-581F-4F10-959D-6ED4560D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Render score breakdown chart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28F96-0A1D-4E39-B523-85C702B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compare all resume scores.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4B725-C207-46D1-8DAA-72749C7D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812FF-E3D9-4166-82E6-7AF0A68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47A52-4E30-41EE-8000-FC94EC29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FC281-10AD-4E65-B8D7-3F288444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9292BA-1327-421E-BAE7-A6E9F59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Display strengths, weaknesses, and recommendations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CBDCF-1587-4CE1-92B8-472ED2A7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receive actionable feedback.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66125C-4CB2-45F2-A647-5DD9E7E1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5DA18-9D30-44B3-ABD6-BEB54CEF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57AE9D-2486-4FDE-8655-74866111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E7594B-B41F-486C-ACFB-6FC896B0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ARP-44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21826-DD53-41EC-8358-B1481EDF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Display detected and missing skills as badges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C9FCD2-0521-495D-9648-B6558E6D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 scan skills and gaps easily.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A799CF-CB27-4EE6-A21D-9E4ADE75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6DE35D-BFB4-4E01-AAB1-6A3DF27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214870-C265-4A18-80C6-407AD72C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 | Jira Tool Integration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716EE4-F6E3-4E5B-99D4-D52531B5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63829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7D24D-F4C8-4FB6-BD75-E8D056D4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AA9F1-9D5E-4CEF-954E-ECCFDFD2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69139-89A4-4A7F-B91A-3582CD5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1B60D-D395-4E28-8202-5EF8B8D0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D10F6-0229-4341-A691-B21D1D71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E1875-1847-4115-8C57-739DAE4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JIRA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9B597-59A4-49AA-A9E5-FA0D7D3B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Jira supports SCM by connecting requirements, tasks, sprints, and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DDDA5-1011-4D44-93F7-2865649B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2117D-3704-4278-9D87-CCBE270D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6EE5C-1CF6-464A-BF19-AD93D29A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1EFE7-48F0-4228-B53A-9F4DB13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Each issue maps a requirement to implementation work.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E4C1E-A872-42E1-BF1A-FDDA572A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FE2FB-AA6B-4D13-BC4C-A383DCF6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3220E-2C2B-431A-A726-34B627D7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Sprint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36856-259B-48DA-8AAA-A3B4414F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Sprint 3 shows what is planned, in progress, and pending.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2F1F1-22D8-4CC3-BCF9-310AB8CA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04449-B568-4B3A-8523-B7131AB5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8570C-3FD8-458C-8369-0642C583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Change tracking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428EE-8E55-4ADD-9124-FA80F9E2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New features enter the backlog before development.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06D59-5EA1-4E8E-8A0F-C1D32B55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220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39331-0F68-4769-AC36-2F7EA6D9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5B65A-6B44-40BF-80E2-97229573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AF9A0-D8A7-4A96-A0ED-FD1138E7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Testing tasks verify build, auth, resume analysis, and PDF handling.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9F4EE-AD4B-4ED5-AF4A-E2B3CE06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 | Jira Tool Integration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53E82-B258-47C9-9CC5-BFED90CD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47563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8286EB-64A9-4DAE-995F-106E07B3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98CF5-DBE5-4A27-89F9-A9949BEE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50000">
                <a:srgbClr val="0F172A"/>
              </a:gs>
              <a:gs pos="100000">
                <a:srgbClr val="07111F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9F6E2-A76B-4C40-ADF4-17C7556D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D948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A6327-6A65-462B-AA8D-A9028AA5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0284C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4A920-B546-4A7B-BF37-63375E5A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91232-800F-4D30-93CD-3C01AD84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STORIES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D6FD1-9636-440F-A57D-4646C50E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Story grouping highlights user value for Sprint 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2F956-23EF-4F29-AFFF-ACA42A9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151A21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D3C8C-CB56-44BC-8BA4-178C7925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TO DO   3/5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7BACC-29A3-4268-9A8E-EA1EA8E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C7ACC-8BB0-4A1A-B52A-AE5EADB2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As a user, I want my resume data to be saved securely so that I can access previous analysis reports later.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88B91-CA38-44E4-8F67-E8CE7EAA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A9A89-0433-45A9-B4ED-247916D2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FECC6-DC44-4646-BE75-DF6CA555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May 30,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0CB2B-DA32-4BA1-8937-15BDFB28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DE907-281E-4C60-A0FF-72ACFF73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As a user, I want visual feedback during resume submission so that I understand the current processing state.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37F82-148B-4B93-B5AA-EB82F09B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ARP-54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AAC38-94BF-4909-AADB-0CB831FD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28645-C94B-4D45-8F84-D50B28AB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May 30,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71A12-60DA-418F-8D65-0C529CD5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0242C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CDB63-E22B-4293-82C2-157C6248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As a developer, I want reusable Prisma utilities and schema models so that database operations remain maintainable and scalable.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D9D2F-60D4-4B44-97B1-DD719305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ARP-55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27AD7-FEE7-4D23-BC8D-2D61BB7E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89A2E-142E-4CC6-A1D7-47EEF970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May 30,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ABC41-2843-4641-8AD9-5BD37614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60A5FA">
              <a:alpha val="13333"/>
            </a:srgbClr>
          </a:solidFill>
          <a:ln xmlns:a="http://schemas.openxmlformats.org/drawingml/2006/main" w="9525">
            <a:solidFill>
              <a:srgbClr val="60A5FA">
                <a:alpha val="5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64EDFE-32C0-4ABF-898E-61A2B97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Type: 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5EC954-FB20-4A96-BD06-94A475A0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2DD4BF">
              <a:alpha val="13333"/>
            </a:srgbClr>
          </a:solidFill>
          <a:ln xmlns:a="http://schemas.openxmlformats.org/drawingml/2006/main" w="9525">
            <a:solidFill>
              <a:srgbClr val="2DD4BF">
                <a:alpha val="5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6BEC1-5627-471B-B06F-58294793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Active sprints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37780-C2C8-4995-B671-2E371E7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Resume Intelligence Dashboard | Jira Tool Integration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9EC049-608A-44A9-B633-ECF085D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93075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2026-05-27T14:36:27.2000000Z</dcterms:created>
  <dcterms:modified xsi:type="dcterms:W3CDTF">2026-05-27T14:36:27.2000000Z</dcterms:modified>
</coreProperties>
</file>